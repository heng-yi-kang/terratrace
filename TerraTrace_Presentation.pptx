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6EA60C-B965-4015-87AF-ACF08058E98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BB699F-3FB3-41D9-B92B-283C2CBDC2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C3CD0F-1EBE-4B00-81E9-5425871F1E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E751FF-57DC-4272-846C-C29C5E04C7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446173-0FFF-4F37-A967-3E4929C8EC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F4B507-0C17-4FEE-ABAA-F8C4E7B188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99362-5CE3-4050-B6DB-0D3ACA8623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56609D-950E-4E1A-98C4-B34CE8DCF8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C35F9F-1A5C-4C91-A16D-6079E0C6FC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EFCE0-7093-475B-B29B-C40D1741E3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4DF7B8-7F26-4734-8158-EEBA4FBB46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380880" y="143784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80880" y="380880"/>
            <a:ext cx="85492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TerraTrace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80880" y="898560"/>
            <a:ext cx="8549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Eco-Friendly Travel </a:t>
            </a:r>
            <a:r>
              <a:rPr lang="en-US" sz="14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Planner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80880" y="1158840"/>
            <a:ext cx="8549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WIF2003 Web Programming | </a:t>
            </a:r>
            <a:r>
              <a:rPr lang="en-US" sz="12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Semester 2 2025/2026 | OCC3 </a:t>
            </a:r>
            <a:r>
              <a:rPr lang="en-US" sz="12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G4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80880" y="1638000"/>
            <a:ext cx="27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MAIN IDEA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80880" y="1866600"/>
            <a:ext cx="266652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Plan trips with lower environmental 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Discover eco-friendly destinations and activities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Estimate and track travel carbon emissions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Encourage greener choices through reviews and challenges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Show personal sustainability progress over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38560" y="1638000"/>
            <a:ext cx="27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238560" y="1866600"/>
            <a:ext cx="266652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Help users find sustainable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places quickly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Support greener itineraries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with useful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Let users monitor emissions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from each journey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Promote repeat eco-friendly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travel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Turn activity data into clear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impact insights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095880" y="1638000"/>
            <a:ext cx="27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QUALITY FOCUS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095880" y="1866600"/>
            <a:ext cx="2666520" cy="10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Usability for everyday trip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Reliability for saved user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Security for accounts and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Performance for smooth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browsing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Maintainability through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modular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Responsive design for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different devices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Features </a:t>
            </a: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and Task </a:t>
            </a: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Distribution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Table 0"/>
          <p:cNvGraphicFramePr/>
          <p:nvPr/>
        </p:nvGraphicFramePr>
        <p:xfrm>
          <a:off x="380880" y="1127160"/>
          <a:ext cx="8229240" cy="363492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Feature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Main Scope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Person In Charge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0B894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General/Profile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Authentication, sessions, profile updates, and account control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Heng Yi Kang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Eco Directory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Eco-place directory, search filters, detail pages, and favourites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Yong Yung Kang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Green Itinerary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Trip CRUD, itinerary items, smart recommendations, and weather context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Wong Wei Li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Carbon Footprint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Emission estimates, carbon history, insight summaries, and offsets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Nurul Farzana Binti Anuar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Community Impact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Eco reviews, helpful votes, badges, and community challenges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Aqil Amani Bin Misni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Analytics/Reports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Impact dashboard, sustainability goals, report generation, and export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Nur Alisya Qistina Binti Mohd Hazli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 </a:t>
            </a: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BACKEND STACK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380880" y="1355760"/>
            <a:ext cx="4063680" cy="10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Node.js runtime for the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 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Express.js for routing and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middleware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TypeScript for typed server-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side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PostgreSQL for persistent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application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pg package for direct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database queries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Vitest for backend test 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coverage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380880" y="252360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MAIN FILES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380880" y="275220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backend/src/index.ts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 - loads config and starts the 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380880" y="295524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backend/src/app.ts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 - configures middleware, routes, and errors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380880" y="330228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createApp()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 - creates the app without opening a 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REQUEST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4699080" y="1355760"/>
            <a:ext cx="4063680" cy="10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Browser sends an HTTP request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Middleware parses JSON, cookies, and CORS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Route handler receives validated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Business logic runs on the 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Data comes from PostgreSQL or external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Frontend receives a structured JSON response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Authentication and Security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AUTHENTICATION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380880" y="1355760"/>
            <a:ext cx="406368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Signup and login create user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Passwords are stored as bcrypt hashes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JWT is stored in an HTTP-only cookie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Cookie name: terratrace_session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Protected routes must pass requireAuth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380880" y="23457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ACCOUNT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380880" y="2574360"/>
            <a:ext cx="406368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Current-user endpoint returns verified account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Profile update changes saved user 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Password change verifies and replaces credentials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Logout clears the active session cookie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Account deletion removes the authenticated account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ROUTE PROTECTION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699080" y="1355760"/>
            <a:ext cx="406368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Token is verified before route logic runs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Verified user is attached to req.user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Queries are scoped by req.user.id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Missing or invalid sessions return 401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Admin routes check the user role first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Database Scripting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380880" y="1355760"/>
            <a:ext cx="4063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PostgreSQL stores the main application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Schema file: db/init/001_schema.sql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Covers users, trips, places, favourites, carbon, community, and analytics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380880" y="199044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SQL PATTERN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380880" y="2219040"/>
            <a:ext cx="406368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Routes use direct SQL queries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Parameterized inputs reduce SQL injection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No ORM, so query behavior stays explicit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Route logic clearly maps requests to 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SQL rows are mapped into frontend-friendly JSON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 INTEGRITY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4699080" y="1355760"/>
            <a:ext cx="406368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Foreign keys connect related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Cascade deletes clean up owned child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Unique constraints prevent duplicate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Check constraints enforce valid values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Indexes speed up common lookups and filters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699080" y="23457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TRANSACTIONS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4699080" y="2574360"/>
            <a:ext cx="4063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Transactions save related records together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Example: parent trip plus itinerary items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Rollback prevents incomplete saved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Server-Side Feature APIs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CORE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80880" y="1355760"/>
            <a:ext cx="406368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Auth and profile manage user identity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Eco-directory lists sustainable places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Favourites save user-selected places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Trips and todos manage itinerary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calculator estimates travel emissions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features support reviews and challenges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and reports summarize sustainability 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380880" y="270108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BACKEND LOGIC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380880" y="2929680"/>
            <a:ext cx="4063680" cy="10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Validate body, query, and route parameters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Check ownership before reading or changing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Run feature-specific business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Query PostgreSQL with parameterized 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Return clear success and error status codes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Send structured JSON for the frontend UI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EXAMPLES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699080" y="1355760"/>
            <a:ext cx="406368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calculated by transport and activity type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 CRUD saves itinerary items together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Location APIs provide filters, details, and suggestions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APIs handle reviews, votes, badges, and rankings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APIs calculate goal progress and summaries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External APIs and Recommendations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SMART RECOMMENDATION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380880" y="1355760"/>
            <a:ext cx="406368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Validate city and destination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Validate travel dates and duration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Check budget against estimated costs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Match recommendations to user interests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Add weather context for travel 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Score each candidate before selection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Return ranked recommendations to the frontend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380880" y="270108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SCORING FACTORS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380880" y="2929680"/>
            <a:ext cx="406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Eco evidence from candidate text and metadata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Interest match with selected travel preferences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Weather fit for the trip period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Budget fit against the requested budget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EXTERNAL SERVICES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4699080" y="1355760"/>
            <a:ext cx="4063680" cy="13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Gemini for generated recommendation plans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DuckDuckGo search for candidate discovery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Open-Meteo for geocoding and weather forecasts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OpenRouteService for route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Nominatim for geocoding support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Foursquare for place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Unsplash for location images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OpenStreetMap/Overpass for map and place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4699080" y="287892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RELIABILITY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4699080" y="3107520"/>
            <a:ext cx="406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API keys stay on the server side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Provider data is normalized before use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AI output is validated before returning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Fallback recommendations keep the feature usable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380880" y="1127160"/>
            <a:ext cx="4177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UNIT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380880" y="1333440"/>
            <a:ext cx="409536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Auth routes and session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Profile hooks and account updates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Directory search, filters, and cards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 payload conversion and CRUD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calculation utilities and emission logic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hooks and helpful vote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impact calculations and summaries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380880" y="2489040"/>
            <a:ext cx="4177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FUNCTIONAL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380880" y="2695320"/>
            <a:ext cx="4095360" cy="9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Register, login, logout, and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Profile display, update, and password change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Directory search, details, and favourites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 creation, editing, deletion, and itinerary items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Smart recommendations and weather forecast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calculator, insights, and analytics reports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4667400" y="1127160"/>
            <a:ext cx="4177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API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667400" y="1333440"/>
            <a:ext cx="4095360" cy="13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Signup and duplicate signup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Login and invalid login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Current-user and profile API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Favourites API ownership checks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API calculation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API summaries and goals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Weather API forecast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Recommendation API fallback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API reviews and votes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4667400" y="2793960"/>
            <a:ext cx="4177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DATABASE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667400" y="3000240"/>
            <a:ext cx="40953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CRUD behavior for persisted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Duplicate prevention through database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Validation rules and schema constraints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Relationship checks between linked tables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Protected routes block guests and invalid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380880" y="4299120"/>
            <a:ext cx="8381520" cy="462960"/>
          </a:xfrm>
          <a:prstGeom prst="roundRect">
            <a:avLst>
              <a:gd name="adj" fmla="val 10961"/>
            </a:avLst>
          </a:prstGeom>
          <a:solidFill>
            <a:srgbClr val="00B8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426600" y="4425840"/>
            <a:ext cx="8290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Key result: 100 automated unit tests passed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Key Code Contributions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EXPRESS APP SETUP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380880" y="1355760"/>
            <a:ext cx="4063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backend/src/app.ts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CORS, JSON body parsing, and cookie parsing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API route mounting, health check, and error handling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380880" y="199044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AUTHENTICATION MIDDLEWARE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380880" y="2219040"/>
            <a:ext cx="4063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backend/src/middleware/auth.ts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JWT verification and authenticated req.user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401 response for missing or invalid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380880" y="285372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DATABASE HELPER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380880" y="3082320"/>
            <a:ext cx="406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backend/src/utils/db.ts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Shared PostgreSQL connection pool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Reusable query() helper for routes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Parameterized SQL for safer database access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TRIPS CRUD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4699080" y="1355760"/>
            <a:ext cx="406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backend/src/routes/trips.ts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Protected trip routes with input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User ownership checks and database transactions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Nested trip and itinerary JSON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4699080" y="216828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SMART RECOMMENDATIONS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4699080" y="2396880"/>
            <a:ext cx="406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backend/src/routes/smart-recommendation.ts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Weather context and sustainable search candidates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Candidate scoring plus validated Gemini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Fallback logic and short-lived response cache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380880" y="380880"/>
            <a:ext cx="8549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Demo and Conclusion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3808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DEMO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380880" y="1355760"/>
            <a:ext cx="406368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Log in to create an authenticated session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Search eco-friendly places in the directory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Save a place as a user favourite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Create a trip with itinerary 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Generate a smart travel recommendation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Calculate carbon impact for travel choices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View analytics and sustainability 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380880" y="270108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699080" y="1127160"/>
            <a:ext cx="41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4699080" y="1355760"/>
            <a:ext cx="4063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TerraTrace is a full-stack platform for sustainable travel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The backend powers authentication, database access, feature APIs, integrations, and protected workflows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LibreOffice/26.2.4.2$Linux_X86_64 LibreOffice_project/620$Build-2</Application>
  <AppVersion>15.0000</AppVersion>
  <Words>0</Words>
  <Paragraphs>0</Paragraphs>
  <Company>OCC3 G4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2026-06-12T10:06:12Z</dcterms:created>
  <dc:creator>TerraTrace Team</dc:creator>
  <dc:description/>
  <dc:language>en-US</dc:language>
  <cp:lastModifiedBy/>
  <dcterms:modified xsi:type="dcterms:W3CDTF">2026-06-12T19:55:52Z</dcterms:modified>
  <cp:revision>2</cp:revision>
  <dc:subject>WIF2003 Web Programming</dc:subject>
  <dc:title>TerraTrace - Eco-Friendly Travel Planner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